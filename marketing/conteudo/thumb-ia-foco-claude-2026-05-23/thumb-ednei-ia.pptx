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4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oto_rotacion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857500" y="0"/>
            <a:ext cx="2667000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64420">
                  <a:alpha val="0"/>
                </a:srgbClr>
              </a:gs>
              <a:gs pos="100000">
                <a:srgbClr val="064420">
                  <a:alpha val="100000"/>
                </a:srgbClr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19750" y="857250"/>
            <a:ext cx="1809750" cy="285750"/>
          </a:xfrm>
          <a:prstGeom prst="rect">
            <a:avLst/>
          </a:prstGeom>
          <a:solidFill>
            <a:srgbClr val="1A3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19750" y="866775"/>
            <a:ext cx="1809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F37"/>
                </a:solidFill>
                <a:latin typeface="Inter"/>
              </a:rPr>
              <a:t>  •  IA NA PRÁTICA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9750" y="1333500"/>
            <a:ext cx="6096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>
                <a:solidFill>
                  <a:srgbClr val="F8F5F0"/>
                </a:solidFill>
                <a:latin typeface="Inter"/>
              </a:rPr>
              <a:t>APRENDA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0" y="2095500"/>
            <a:ext cx="6096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>
                <a:solidFill>
                  <a:srgbClr val="D4AF37"/>
                </a:solidFill>
                <a:latin typeface="Inter"/>
              </a:rPr>
              <a:t>UMA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9750" y="2857500"/>
            <a:ext cx="6096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>
                <a:solidFill>
                  <a:srgbClr val="F8F5F0"/>
                </a:solidFill>
                <a:latin typeface="Inter"/>
              </a:rPr>
              <a:t>SÓ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9750" y="3810000"/>
            <a:ext cx="6096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BCB7"/>
                </a:solidFill>
                <a:latin typeface="Inter"/>
              </a:rPr>
              <a:t>ANTES DE APRENDER
TODAS AS OUTRAS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19750" y="4714875"/>
            <a:ext cx="523875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19750" y="4905375"/>
            <a:ext cx="4953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7850" y="4914900"/>
            <a:ext cx="4191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64420"/>
                </a:solidFill>
                <a:latin typeface="Inter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8875" y="4933950"/>
            <a:ext cx="2857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nter"/>
              </a:rPr>
              <a:t>COMECE PELO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8875" y="5124450"/>
            <a:ext cx="2857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5F0"/>
                </a:solidFill>
                <a:latin typeface="Inter"/>
              </a:rPr>
              <a:t>Claude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