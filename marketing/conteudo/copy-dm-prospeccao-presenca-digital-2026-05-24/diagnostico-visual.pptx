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8F5F0"/>
                </a:solidFill>
                <a:latin typeface="Calibri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D4AF37"/>
                </a:solidFill>
                <a:latin typeface="Calibri"/>
              </a:rPr>
              <a:t>PRESENÇA DIGITAL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2044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2B2B2"/>
                </a:solidFill>
                <a:latin typeface="Calibri"/>
              </a:rPr>
              <a:t>PREPARADO PARA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60520"/>
            <a:ext cx="6400800" cy="914400"/>
          </a:xfrm>
          <a:prstGeom prst="rect">
            <a:avLst/>
          </a:prstGeom>
          <a:solidFill>
            <a:srgbClr val="064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[NOME DO NEGÓCIO]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2B2B2"/>
                </a:solidFill>
                <a:latin typeface="Calibri"/>
              </a:rPr>
              <a:t>[Tipo de negócio]  ·  [Cidade]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2B2B2"/>
                </a:solidFill>
                <a:latin typeface="Calibri"/>
              </a:rPr>
              <a:t>[Data]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070848"/>
            <a:ext cx="73152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641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2B2B2"/>
                </a:solidFill>
                <a:latin typeface="Calibri"/>
              </a:rPr>
              <a:t>Ednei Marinho  |  Atitude e Progresso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5F0"/>
                </a:solidFill>
                <a:latin typeface="Calibri"/>
              </a:rPr>
              <a:t>COMO VOCÊS APARECEM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4AF37"/>
                </a:solidFill>
                <a:latin typeface="Calibri"/>
              </a:rPr>
              <a:t>[Nome do Negócio]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291840" cy="1417320"/>
          </a:xfrm>
          <a:prstGeom prst="rect">
            <a:avLst/>
          </a:prstGeom>
          <a:solidFill>
            <a:srgbClr val="064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256032" cy="25603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5F0"/>
                </a:solidFill>
                <a:latin typeface="Calibri"/>
              </a:rPr>
              <a:t>GOOGLE MEU NEGÓCIO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[Completo / Incompleto / Inexistente]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325880"/>
            <a:ext cx="3291840" cy="1417320"/>
          </a:xfrm>
          <a:prstGeom prst="rect">
            <a:avLst/>
          </a:prstGeom>
          <a:solidFill>
            <a:srgbClr val="064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23360" y="1463040"/>
            <a:ext cx="256032" cy="25603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5F0"/>
                </a:solidFill>
                <a:latin typeface="Calibri"/>
              </a:rPr>
              <a:t>POSIÇÃO NO 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2219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[Top 3 / Não aparece]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07792"/>
            <a:ext cx="3291840" cy="1417320"/>
          </a:xfrm>
          <a:prstGeom prst="rect">
            <a:avLst/>
          </a:prstGeom>
          <a:solidFill>
            <a:srgbClr val="064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" y="3044952"/>
            <a:ext cx="256032" cy="25603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649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5F0"/>
                </a:solidFill>
                <a:latin typeface="Calibri"/>
              </a:rPr>
              <a:t>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0390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[Tem site / Não tem / Lento no celular]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2907792"/>
            <a:ext cx="3291840" cy="1417320"/>
          </a:xfrm>
          <a:prstGeom prst="rect">
            <a:avLst/>
          </a:prstGeom>
          <a:solidFill>
            <a:srgbClr val="064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23360" y="3044952"/>
            <a:ext cx="256032" cy="25603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33649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5F0"/>
                </a:solidFill>
                <a:latin typeface="Calibri"/>
              </a:rPr>
              <a:t>AVALIAÇÕES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80390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[X avaliações — nota Y.Y]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217920"/>
            <a:ext cx="66751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4420"/>
                </a:solidFill>
                <a:latin typeface="Calibri"/>
              </a:rPr>
              <a:t>OPORTUNIDADE DE MERCADO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62940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Calibri"/>
              </a:rPr>
              <a:t>[X] pessoas pesquisam por [tipo] em [cidade] por mês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7205472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420"/>
                </a:solidFill>
                <a:latin typeface="Calibri"/>
              </a:rPr>
              <a:t>A maioria vai pro primeiro que aparece.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78181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2B2B2"/>
                </a:solidFill>
                <a:latin typeface="Calibri"/>
              </a:rPr>
              <a:t>Concorrente em 1º lugar: [Nome]  ·  [X] avaliações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9070848"/>
            <a:ext cx="73152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8641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2B2B2"/>
                </a:solidFill>
                <a:latin typeface="Calibri"/>
              </a:rPr>
              <a:t>Ednei Marinho  |  Atitude e Progresso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5F0"/>
                </a:solidFill>
                <a:latin typeface="Calibri"/>
              </a:rPr>
              <a:t>O QUE ISSO SIGNIFICA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2B2B2"/>
                </a:solidFill>
                <a:latin typeface="Calibri"/>
              </a:rPr>
              <a:t>para o seu negócio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417320"/>
            <a:ext cx="347472" cy="3474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40817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C1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5F0"/>
                </a:solidFill>
                <a:latin typeface="Calibri"/>
              </a:rPr>
              <a:t>Clientes perdidos todo mês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2B2B2"/>
                </a:solidFill>
                <a:latin typeface="Calibri"/>
              </a:rPr>
              <a:t>Cada mês sem aparecer no Google é receita que vai pro concorrente que está na frente.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108960"/>
            <a:ext cx="347472" cy="3474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309981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C1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5F0"/>
                </a:solidFill>
                <a:latin typeface="Calibri"/>
              </a:rPr>
              <a:t>Busca ativa é diferente de espera passiva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2B2B2"/>
                </a:solidFill>
                <a:latin typeface="Calibri"/>
              </a:rPr>
              <a:t>Quem pesquisa no Google já quer comprar agora. Indicação depende de alguém lembrar de você.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4800600"/>
            <a:ext cx="347472" cy="3474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479145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C1C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5F0"/>
                </a:solidFill>
                <a:latin typeface="Calibri"/>
              </a:rPr>
              <a:t>O custo de não 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2B2B2"/>
                </a:solidFill>
                <a:latin typeface="Calibri"/>
              </a:rPr>
              <a:t>Não é gasto — é oportunidade com prazo. Quem estruturar primeiro fica com a posição.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492240"/>
            <a:ext cx="6675120" cy="1691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83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4420"/>
                </a:solidFill>
                <a:latin typeface="Calibri"/>
              </a:rPr>
              <a:t>PRÓXIMO PASSO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903720"/>
            <a:ext cx="6309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1C"/>
                </a:solidFill>
                <a:latin typeface="Calibri"/>
              </a:rPr>
              <a:t>Quer ver o que é possível fazer
nos próximos 30 dias?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772668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420"/>
                </a:solidFill>
                <a:latin typeface="Calibri"/>
              </a:rPr>
              <a:t>Me responda aqui — sem compromisso.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58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2B2B2"/>
                </a:solidFill>
                <a:latin typeface="Calibri"/>
              </a:rPr>
              <a:t>@ednei.marinho  |  [seu WhatsApp]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9070848"/>
            <a:ext cx="73152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